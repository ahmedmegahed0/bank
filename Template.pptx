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343"/>
    <a:srgbClr val="252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33300-2DF2-4EDD-8A6F-7A06B4C527B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CC468-3BA0-4BA4-8774-A08C6A0A1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D10C-8930-4944-F646-60A24B8FC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616B4-3B59-181C-C6E7-A144FF508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E95DF-085E-EA72-63ED-771E11F5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4D948-1C75-4D79-AEC5-C0163E8CA18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FA726-8633-8CCE-7283-46076163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DE90-410B-3DBA-0236-C16987C7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1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0499-7F4C-8BEB-ECB2-F0CCC3E4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7DD34-14B2-2E54-B13A-75318B3B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80B7-0C46-9FEF-AD7D-34997445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5BCF7-7482-4200-94B6-7F7734B46B3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7DC7A-0301-78CE-D282-230177D5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10FD2-8A8F-30D4-EAEF-67FB9403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5898-64D1-586C-019A-718AEE06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5214B-848C-F399-E323-0E46BFB27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5BAD-7515-ECB5-9161-115186F5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BEE26-B5D3-4714-8B04-47047E10D256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FBCF-5F93-751E-073F-741D421A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25E65-D229-584C-5E13-150DFD46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44730-5EE7-C5D9-0A3F-96B267A4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4EF23-FE41-05FC-E3B6-4960AF822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1318A-BF50-26F5-5460-B84F327E5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70AA9-9B9A-F76E-D9C3-E5FCFE2C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AA48-A751-4070-9654-C726A69DF7A3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5807-92D7-6420-05FC-5E7D8937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42757-7ABF-34A7-773A-9DA91E32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9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DC9A-1FB2-F77B-E93D-BD3FA3F9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6A2F6-4639-E486-E6A4-0F831D1B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59068-141D-C929-4AFD-E4F40EF07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BCA7F-61D9-CDE7-FC96-2228739CC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5E57E-9FDC-4F49-71A5-BC97F8C6F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7A18E0-9A2D-3B13-527D-4B8661F0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6F67-74DB-47E6-812A-4199186C1FB5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496D6-C098-AB14-EF6F-C5486671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CED94-86ED-61A2-3D0F-30425C1E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F65A-930A-A9E1-1022-1235F652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ECC12-CD83-65D6-2BAA-6E1469C3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D8316-B5AB-469E-8FD3-1643A60063E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9995-34D9-CA66-5A92-B625FB1F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3763F-FF27-B4D5-0E8F-7C428AB3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8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1051E5-8FE5-660F-2858-3341B0AD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B231-F180-4DC7-8B3B-13054D950448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5B208-04DE-7916-C56E-906F2A97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51432-E199-24FD-23E3-A061537C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24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5C67-3CC5-94D3-135B-759776E1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5C61-81F5-C388-9892-DC55770E5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75F7B-BA23-5C9E-1925-17DE6332A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0B68F-AFF0-F74C-63D5-29CF1EA1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EF04-1A77-4072-9AD7-58EAEACB9EB1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A616F-5703-6391-BDF9-4F4E1F0A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1FA7-6C91-1F79-2A91-272C00C1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0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9DF2-162D-5025-7B5D-4B49D321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647DF-D997-A5CC-F41E-9A8BCDA6E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E09D7-34F7-4EC9-9EE4-7A907BE8C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B5CFE-ACB1-F23C-26D3-810D97AD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504B2-A33A-4CE7-9447-D9552317992E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043BC-DC72-D762-034F-D8B86DCA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F38AE-EF3C-C521-186D-37CE0002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8D7C-5643-A92C-F669-6978D883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101AA-3348-6485-D0BB-ED72C775C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9437-E071-8846-F570-120C5865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87F2-A6E5-4E5C-B9A4-334C6CECCF2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D0CF5-DEB2-B50C-4C1A-6C195901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C2F37-673B-BF3C-CBF3-3AF1A6E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5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AA1F1-22AE-6341-6187-E296B73BF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FD8E5-48C5-DA8C-22A9-91B851D35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2097-02CF-1ED2-5299-F5465015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D0796-EC12-43CE-AE93-1E325E4DAA64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80634-D73D-3C82-5975-71325AF6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45311-10A8-A269-F8E5-E34CF258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1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6AAC4-9642-CFD6-DB13-2CBDECDB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41705-01CA-0919-7266-FE3B84C26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85BA2-D8BD-1BD8-20D4-4A4271FF1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9D3A3-FCBD-45F4-BAF6-C17CF2954758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CDF6-E553-FF49-D5B3-EAB6AF840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Mohamed Elkomy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48D1-D1F8-5DAE-FEC6-B05A4C002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DD263-A362-44B8-B6AB-0B522D3F2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0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21FD-0B89-C04E-CB97-D601FA7A38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5E10A-A1C1-BE52-972F-F16C979A0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DEBC2-FC89-56C7-1470-E98E04C222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2DD279-2F39-9A92-4B60-4DEBD49B88DD}"/>
              </a:ext>
            </a:extLst>
          </p:cNvPr>
          <p:cNvSpPr/>
          <p:nvPr/>
        </p:nvSpPr>
        <p:spPr>
          <a:xfrm>
            <a:off x="1681316" y="766916"/>
            <a:ext cx="10510684" cy="6091084"/>
          </a:xfrm>
          <a:prstGeom prst="rect">
            <a:avLst/>
          </a:prstGeom>
          <a:solidFill>
            <a:srgbClr val="2527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3EBD99-1F5B-FB8E-BDE1-A652C5D8DA95}"/>
              </a:ext>
            </a:extLst>
          </p:cNvPr>
          <p:cNvSpPr/>
          <p:nvPr/>
        </p:nvSpPr>
        <p:spPr>
          <a:xfrm>
            <a:off x="1887794" y="993058"/>
            <a:ext cx="10225548" cy="904568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711328-663B-3D10-C70E-6B0D2FE80F25}"/>
              </a:ext>
            </a:extLst>
          </p:cNvPr>
          <p:cNvSpPr/>
          <p:nvPr/>
        </p:nvSpPr>
        <p:spPr>
          <a:xfrm>
            <a:off x="1887794" y="2123767"/>
            <a:ext cx="5230761" cy="2153111"/>
          </a:xfrm>
          <a:prstGeom prst="round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14EB5-22B0-5B7F-E2FC-D9817C70EBB8}"/>
              </a:ext>
            </a:extLst>
          </p:cNvPr>
          <p:cNvSpPr/>
          <p:nvPr/>
        </p:nvSpPr>
        <p:spPr>
          <a:xfrm>
            <a:off x="7325033" y="2115420"/>
            <a:ext cx="4788309" cy="2161457"/>
          </a:xfrm>
          <a:prstGeom prst="round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D85586-4B70-EF48-31E9-1164FBC77E67}"/>
              </a:ext>
            </a:extLst>
          </p:cNvPr>
          <p:cNvSpPr/>
          <p:nvPr/>
        </p:nvSpPr>
        <p:spPr>
          <a:xfrm>
            <a:off x="1887794" y="4500561"/>
            <a:ext cx="10156722" cy="2153111"/>
          </a:xfrm>
          <a:prstGeom prst="round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building with columns and a coin&#10;&#10;AI-generated content may be incorrect.">
            <a:extLst>
              <a:ext uri="{FF2B5EF4-FFF2-40B4-BE49-F238E27FC236}">
                <a16:creationId xmlns:a16="http://schemas.microsoft.com/office/drawing/2014/main" id="{72AE1858-A052-54EE-CE58-E82CBBC3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4" y="232154"/>
            <a:ext cx="1213187" cy="121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6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231E-2385-AB11-A91C-188ECDAA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71DC-15EB-6B77-75AE-6039E9E6E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3B222-20C4-3C42-A88F-85AF19607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2F70-412C-9A40-46B3-56F9EFCA4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4B27C-1E43-8B21-C072-4A65DED49516}"/>
              </a:ext>
            </a:extLst>
          </p:cNvPr>
          <p:cNvSpPr/>
          <p:nvPr/>
        </p:nvSpPr>
        <p:spPr>
          <a:xfrm>
            <a:off x="1681316" y="766916"/>
            <a:ext cx="10510684" cy="6091084"/>
          </a:xfrm>
          <a:prstGeom prst="rect">
            <a:avLst/>
          </a:prstGeom>
          <a:solidFill>
            <a:srgbClr val="2527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1F9AC-8043-D578-9618-A964B665A85B}"/>
              </a:ext>
            </a:extLst>
          </p:cNvPr>
          <p:cNvSpPr/>
          <p:nvPr/>
        </p:nvSpPr>
        <p:spPr>
          <a:xfrm>
            <a:off x="1887794" y="993058"/>
            <a:ext cx="10225548" cy="904568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CAF000-A8E1-31AA-1059-8A34AD8A496E}"/>
              </a:ext>
            </a:extLst>
          </p:cNvPr>
          <p:cNvSpPr/>
          <p:nvPr/>
        </p:nvSpPr>
        <p:spPr>
          <a:xfrm>
            <a:off x="1887794" y="2123767"/>
            <a:ext cx="6056671" cy="2153111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5DAB1-38B4-7C5A-5D9F-B42BA642B6E2}"/>
              </a:ext>
            </a:extLst>
          </p:cNvPr>
          <p:cNvSpPr/>
          <p:nvPr/>
        </p:nvSpPr>
        <p:spPr>
          <a:xfrm>
            <a:off x="8111613" y="2115420"/>
            <a:ext cx="4001729" cy="2161457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D1BA14-CF80-51BF-4D2F-CD420640E51B}"/>
              </a:ext>
            </a:extLst>
          </p:cNvPr>
          <p:cNvSpPr/>
          <p:nvPr/>
        </p:nvSpPr>
        <p:spPr>
          <a:xfrm>
            <a:off x="1887794" y="4500561"/>
            <a:ext cx="3873909" cy="2153111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building with columns and a coin&#10;&#10;AI-generated content may be incorrect.">
            <a:extLst>
              <a:ext uri="{FF2B5EF4-FFF2-40B4-BE49-F238E27FC236}">
                <a16:creationId xmlns:a16="http://schemas.microsoft.com/office/drawing/2014/main" id="{7DB54354-35FB-8D54-D5C2-86476DAFC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4" y="232154"/>
            <a:ext cx="1213187" cy="12131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EF01D6-7915-D53F-32B0-393EFF74342F}"/>
              </a:ext>
            </a:extLst>
          </p:cNvPr>
          <p:cNvSpPr/>
          <p:nvPr/>
        </p:nvSpPr>
        <p:spPr>
          <a:xfrm>
            <a:off x="5919019" y="4500561"/>
            <a:ext cx="3873909" cy="2153111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025556-1051-1049-B4D7-DF274A6A761E}"/>
              </a:ext>
            </a:extLst>
          </p:cNvPr>
          <p:cNvSpPr/>
          <p:nvPr/>
        </p:nvSpPr>
        <p:spPr>
          <a:xfrm>
            <a:off x="9950244" y="4500561"/>
            <a:ext cx="2163098" cy="2153111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4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2132-44A7-CA16-2370-DD58CEE8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D1BB-D918-F9E5-7F4D-8C604BA8C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6529E-F8ED-CD4B-ECF8-137402192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EC0EC1-AB6C-1EFD-3C05-485CF776A5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CB8EF-4910-D8D3-4BF5-66177A7CF385}"/>
              </a:ext>
            </a:extLst>
          </p:cNvPr>
          <p:cNvSpPr/>
          <p:nvPr/>
        </p:nvSpPr>
        <p:spPr>
          <a:xfrm>
            <a:off x="1681316" y="766916"/>
            <a:ext cx="10510684" cy="6091084"/>
          </a:xfrm>
          <a:prstGeom prst="rect">
            <a:avLst/>
          </a:prstGeom>
          <a:solidFill>
            <a:srgbClr val="2527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9A872-BFA2-6C13-89C1-2BB56D15636D}"/>
              </a:ext>
            </a:extLst>
          </p:cNvPr>
          <p:cNvSpPr/>
          <p:nvPr/>
        </p:nvSpPr>
        <p:spPr>
          <a:xfrm>
            <a:off x="1887794" y="993058"/>
            <a:ext cx="10225548" cy="904568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83869-85DE-5462-1595-626112F422FA}"/>
              </a:ext>
            </a:extLst>
          </p:cNvPr>
          <p:cNvSpPr/>
          <p:nvPr/>
        </p:nvSpPr>
        <p:spPr>
          <a:xfrm>
            <a:off x="1887794" y="2084439"/>
            <a:ext cx="10225548" cy="4601498"/>
          </a:xfrm>
          <a:prstGeom prst="rect">
            <a:avLst/>
          </a:prstGeom>
          <a:solidFill>
            <a:srgbClr val="2F334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building with columns and a coin&#10;&#10;AI-generated content may be incorrect.">
            <a:extLst>
              <a:ext uri="{FF2B5EF4-FFF2-40B4-BE49-F238E27FC236}">
                <a16:creationId xmlns:a16="http://schemas.microsoft.com/office/drawing/2014/main" id="{6299DD9A-1052-2775-3EEA-FDD0E3277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4" y="232154"/>
            <a:ext cx="1213187" cy="121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9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Osama Elkomy</dc:creator>
  <cp:lastModifiedBy>Mohamed Osama Elkomy</cp:lastModifiedBy>
  <cp:revision>1</cp:revision>
  <dcterms:created xsi:type="dcterms:W3CDTF">2025-11-28T00:57:42Z</dcterms:created>
  <dcterms:modified xsi:type="dcterms:W3CDTF">2025-11-28T01:14:17Z</dcterms:modified>
</cp:coreProperties>
</file>